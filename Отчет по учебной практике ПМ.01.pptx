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1" r:id="rId3"/>
    <p:sldId id="282" r:id="rId4"/>
    <p:sldId id="283" r:id="rId5"/>
    <p:sldId id="284" r:id="rId6"/>
    <p:sldId id="285" r:id="rId7"/>
    <p:sldId id="287" r:id="rId8"/>
    <p:sldId id="288" r:id="rId9"/>
    <p:sldId id="289" r:id="rId10"/>
    <p:sldId id="260" r:id="rId11"/>
    <p:sldId id="261" r:id="rId12"/>
    <p:sldId id="263" r:id="rId13"/>
    <p:sldId id="265" r:id="rId14"/>
    <p:sldId id="266" r:id="rId15"/>
    <p:sldId id="269" r:id="rId16"/>
    <p:sldId id="270" r:id="rId17"/>
    <p:sldId id="271" r:id="rId18"/>
    <p:sldId id="274" r:id="rId19"/>
    <p:sldId id="276" r:id="rId20"/>
    <p:sldId id="279" r:id="rId21"/>
    <p:sldId id="280" r:id="rId22"/>
    <p:sldId id="29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C43B6-FCC3-40F2-8CEA-5FC8809A2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4E1181-77FF-440B-90D0-68ECEC5C5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8C31CE-22A4-492D-8ED3-30837710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1AEB4-5C85-456B-9E84-D0C611B4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B8376F-7FE1-4540-B744-42E8823F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75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FE5B8-CB89-47B2-A697-5D6D7DEF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01943-ABC8-4EB7-BE37-6861CEAB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8BE7E-C821-4C60-9466-3CD69DA3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0CAB45-CA4A-4CEC-B56B-5677C8D7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CADDB4-C695-4608-83EF-7AF5C5C9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5E164D-4DE7-4E06-A886-843F0824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BA542E-3F21-4E45-81FF-963B113E3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E0088-AEB8-477D-B77F-59F4F8F4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7969D5-F94E-4C39-A733-D37F011F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7FDC3F-A9DF-4C2E-B919-63C2E8E5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88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EA2C2-EFC3-48A9-A8BE-B2DB289D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FC294-EB57-4A29-8AE7-9395D019E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266142-6E14-4C1F-BE51-FAC3BED7E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CCD7FF-94BB-408E-A287-0D40E7B5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FEA79C-9A1C-42FA-9EE5-E483D4CB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215A23-0049-472A-AB8D-8F4D10C0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6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261DD-F728-495C-81DF-B3BE287F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B08A05-3ABE-43DD-9286-5BB924E7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9087D-F6CC-403F-B0A1-48884F8A1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52CB24-10C3-494F-ADE9-D5A0CC168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5B0305-76EC-46EA-96AF-0F9278A77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635DF-F712-4B9D-B221-37EFA641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DBEAC2-D2FB-4335-A52B-4945D4C4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06322B-BA3D-4376-8985-88FEF53B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5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6EB3C-F3F9-4E8E-B518-23B236F9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FF2A1A-0FEF-4074-BBD6-2652EB9E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2C943E-34FC-4977-AAC3-ED1A83D6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3FDF32-6D0A-4BDF-AA8C-E2C03CF3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68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5F9D68-8C16-4BDD-9BED-F70DCA6B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9FD369-67A9-4CBC-8197-0BC4B97A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D3EB2D-A77B-4E91-A2E6-946057EE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4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F5369-2C8C-4602-84B0-3AF1A8F19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ECF0FB-B7CB-4B0B-A72B-E03957E8C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897F7F-0A4C-4758-881E-3FCE86AD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DB8219-69CA-4215-8E8A-8E940C1F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711DA8-2A80-4E91-BFE4-B6C3F237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FC7614-4085-453F-AB1B-0BCAC6BF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35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42C54-5740-433A-8D28-8369D5B4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073A77-1227-4DF0-A365-37FC25B17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C33BA1-B502-418E-8406-6E0EB7F72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E75A1E-2B35-4CD9-AACD-20221A9C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D9C254-FA74-4AB5-ABF9-C98E14BC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D5FF9B-8338-474E-8F84-8AB1D2EB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0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C4E3E-F119-48A1-8581-3F439BB6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D29AA3-E28B-45CD-8B4D-33BCCC6B8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34756C-8FE8-4ECB-9CEF-BBDF4EEF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C0BCE8-E178-4762-8E59-B06C1530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38D52C-36EE-4541-94A3-622A02E3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6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3D45126-E3AE-44CA-9FC9-BFD8C048C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A47DF9-CF9E-4BF8-AF84-3E37AD361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B116C4-567A-409E-90D8-36FC9F53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33A1FA-B361-4307-BD83-D96A093F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D01786-42AE-408B-A219-E9E18321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24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25973-DAD4-454D-965D-7804602B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507F05-425B-437A-A815-030A44B4E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346A1-5D49-43D7-A808-C8BC88C84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1317D-65A9-4F36-85E2-C40FF9D02A5C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44A7C4-A1B5-4976-9761-3EC42E7B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17A31-7473-4D0B-B073-668EBF83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31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507188"/>
            <a:ext cx="9144000" cy="190150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Отчет по учебной практике ПМ.01 Разработка модулей программного обеспечения для компьютерных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055" y="3694799"/>
            <a:ext cx="3230880" cy="250387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Коротких Наталья Михайловна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21П-1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обучения: очная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5" y="6198669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F3F9F-BED5-4A0E-B116-43C71D08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253685-39EC-4A00-8576-424378E27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63" y="1315210"/>
            <a:ext cx="9364073" cy="54475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688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F3F9F-BED5-4A0E-B116-43C71D08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612775"/>
            <a:ext cx="4295775" cy="1325563"/>
          </a:xfrm>
        </p:spPr>
        <p:txBody>
          <a:bodyPr>
            <a:normAutofit/>
          </a:bodyPr>
          <a:lstStyle/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542C05-EEBE-4550-9ABD-12DB2B1D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197" y="201794"/>
            <a:ext cx="5329603" cy="650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0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F3F9F-BED5-4A0E-B116-43C71D08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7" y="1012825"/>
            <a:ext cx="4210050" cy="1325563"/>
          </a:xfrm>
        </p:spPr>
        <p:txBody>
          <a:bodyPr>
            <a:normAutofit/>
          </a:bodyPr>
          <a:lstStyle/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11EC2C-C6ED-44A8-80D3-2DC96F5C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75" y="266220"/>
            <a:ext cx="7432108" cy="64584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142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4B9CAD-DAAB-4486-A884-1AA7B3A4E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08" y="1016800"/>
            <a:ext cx="9022783" cy="56792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6D975E6-5397-41CC-9C20-CE62FAFFA6AA}"/>
              </a:ext>
            </a:extLst>
          </p:cNvPr>
          <p:cNvSpPr txBox="1">
            <a:spLocks/>
          </p:cNvSpPr>
          <p:nvPr/>
        </p:nvSpPr>
        <p:spPr>
          <a:xfrm>
            <a:off x="597466" y="3905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300758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767068-582A-40ED-9242-0EBC59C6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73" y="1358107"/>
            <a:ext cx="10427254" cy="54315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55214F1-627A-4147-86F2-D58083A5999B}"/>
              </a:ext>
            </a:extLst>
          </p:cNvPr>
          <p:cNvSpPr txBox="1">
            <a:spLocks/>
          </p:cNvSpPr>
          <p:nvPr/>
        </p:nvSpPr>
        <p:spPr>
          <a:xfrm>
            <a:off x="597466" y="3905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632C6A1-9A11-47EE-97AC-8A76E13B8896}"/>
              </a:ext>
            </a:extLst>
          </p:cNvPr>
          <p:cNvSpPr txBox="1">
            <a:spLocks/>
          </p:cNvSpPr>
          <p:nvPr/>
        </p:nvSpPr>
        <p:spPr>
          <a:xfrm>
            <a:off x="749866" y="5429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3EC26-F022-49B0-805C-067D18E55BEB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6187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9B957-1E87-496E-BCE1-61A44BF1DAE9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652208-C5FC-4ED8-A061-FBFCDF29E4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63" b="3898"/>
          <a:stretch/>
        </p:blipFill>
        <p:spPr bwMode="auto">
          <a:xfrm>
            <a:off x="809839" y="1190625"/>
            <a:ext cx="10572321" cy="5538669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1277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9B957-1E87-496E-BCE1-61A44BF1DAE9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0A0CDD-F8DB-4AE0-9B4E-ADC4AE116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3" y="2188000"/>
            <a:ext cx="3435681" cy="5524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62F141-A695-4DDA-BFF7-05CD0348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620" y="528215"/>
            <a:ext cx="6011114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8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9B957-1E87-496E-BCE1-61A44BF1DAE9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Настольное приложение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65C243-2CC1-4FCB-8DF4-5643ADEE88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5275" y="2114550"/>
            <a:ext cx="5524500" cy="4191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E59767-0011-486B-9D9C-7820FD81FF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86475" y="2114550"/>
            <a:ext cx="5524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2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5A87D6-8AA5-40D7-858B-8E28CF24F5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962"/>
          <a:stretch/>
        </p:blipFill>
        <p:spPr>
          <a:xfrm>
            <a:off x="763402" y="1448545"/>
            <a:ext cx="8598921" cy="2697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9208F4A-3FB5-4F10-AE54-C032723319C2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90865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3E46AF-94D9-4000-B34E-D2EAB3F87A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702"/>
          <a:stretch/>
        </p:blipFill>
        <p:spPr>
          <a:xfrm>
            <a:off x="358252" y="896095"/>
            <a:ext cx="9196020" cy="28481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FA1D932-CEEC-4217-9CAA-ED702C590E9F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администратора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EDBBAC-B2E8-403D-9A82-9887B6651B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622"/>
          <a:stretch/>
        </p:blipFill>
        <p:spPr>
          <a:xfrm>
            <a:off x="2452856" y="3744227"/>
            <a:ext cx="9465640" cy="30362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364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F5C987-C879-462F-BEE5-EEA3C48FC365}"/>
              </a:ext>
            </a:extLst>
          </p:cNvPr>
          <p:cNvPicPr/>
          <p:nvPr/>
        </p:nvPicPr>
        <p:blipFill rotWithShape="1">
          <a:blip r:embed="rId2"/>
          <a:srcRect b="34641"/>
          <a:stretch/>
        </p:blipFill>
        <p:spPr>
          <a:xfrm>
            <a:off x="234127" y="828398"/>
            <a:ext cx="8775020" cy="30720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D095E4-CE5C-49D5-B7A0-D1EC7F3A7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937"/>
          <a:stretch/>
        </p:blipFill>
        <p:spPr>
          <a:xfrm>
            <a:off x="2314049" y="3429001"/>
            <a:ext cx="9877951" cy="30720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CF2537A-BCD9-45EB-9F98-6DDDCD2F4D99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3054345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F43739-50AD-4A4E-B40F-74A88F01A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978" y="1118535"/>
            <a:ext cx="9584043" cy="52726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A110C9A-483C-454D-808C-C39C0608C8C0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1D5949A-E0D2-4D65-A901-4C5229A41668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профиля для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1185772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8FF4BF-57CC-453D-892A-233074E79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233335"/>
            <a:ext cx="8265772" cy="43913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311EA0-A02B-4A8D-A89C-730443AC30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696200" y="2140514"/>
            <a:ext cx="4095750" cy="4191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E23BB14-040A-4C25-BBE5-0BA3C59A3499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кладовщика</a:t>
            </a:r>
          </a:p>
        </p:txBody>
      </p:sp>
    </p:spTree>
    <p:extLst>
      <p:ext uri="{BB962C8B-B14F-4D97-AF65-F5344CB8AC3E}">
        <p14:creationId xmlns:p14="http://schemas.microsoft.com/office/powerpoint/2010/main" val="4042369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B8AC80-B9F2-409A-B0F5-0241315940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7643" y="1287045"/>
            <a:ext cx="9256713" cy="5035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B30B681-415D-4546-BD3C-D64C19C8FBD3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кладовщика</a:t>
            </a:r>
          </a:p>
        </p:txBody>
      </p:sp>
    </p:spTree>
    <p:extLst>
      <p:ext uri="{BB962C8B-B14F-4D97-AF65-F5344CB8AC3E}">
        <p14:creationId xmlns:p14="http://schemas.microsoft.com/office/powerpoint/2010/main" val="2232882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7E8C588-8E50-4979-AAD1-1E24E653D66F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4538A0-44B6-494B-A6F9-FF585FEF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17" y="1192715"/>
            <a:ext cx="10224565" cy="54319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703164-F869-4617-9892-10AF2052F469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менеджера по продажам</a:t>
            </a:r>
          </a:p>
        </p:txBody>
      </p:sp>
    </p:spTree>
    <p:extLst>
      <p:ext uri="{BB962C8B-B14F-4D97-AF65-F5344CB8AC3E}">
        <p14:creationId xmlns:p14="http://schemas.microsoft.com/office/powerpoint/2010/main" val="52744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75B074-8BA9-41BB-A294-1B0A623B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11" y="1372389"/>
            <a:ext cx="9872777" cy="52450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42C6BE-2709-4A61-9955-8069DAE2E879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менеджера по продажам</a:t>
            </a:r>
          </a:p>
        </p:txBody>
      </p:sp>
    </p:spTree>
    <p:extLst>
      <p:ext uri="{BB962C8B-B14F-4D97-AF65-F5344CB8AC3E}">
        <p14:creationId xmlns:p14="http://schemas.microsoft.com/office/powerpoint/2010/main" val="429320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0AD764-C680-4BA7-A671-D9B57414B94E}"/>
              </a:ext>
            </a:extLst>
          </p:cNvPr>
          <p:cNvPicPr/>
          <p:nvPr/>
        </p:nvPicPr>
        <p:blipFill rotWithShape="1">
          <a:blip r:embed="rId2"/>
          <a:srcRect b="6878"/>
          <a:stretch/>
        </p:blipFill>
        <p:spPr>
          <a:xfrm>
            <a:off x="3301036" y="1276350"/>
            <a:ext cx="8512572" cy="5139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82D58E2-87CF-4543-929B-AD5156D06C67}"/>
              </a:ext>
            </a:extLst>
          </p:cNvPr>
          <p:cNvSpPr txBox="1">
            <a:spLocks/>
          </p:cNvSpPr>
          <p:nvPr/>
        </p:nvSpPr>
        <p:spPr>
          <a:xfrm>
            <a:off x="219075" y="1666876"/>
            <a:ext cx="3009899" cy="35909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складам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оборотам</a:t>
            </a:r>
          </a:p>
          <a:p>
            <a:pPr marL="342900" indent="-342900" algn="just"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остаткам</a:t>
            </a:r>
          </a:p>
          <a:p>
            <a:pPr marL="342900" indent="-342900" algn="just"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инвентаризации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F0946B7-F7DD-4C5E-BAF0-261E394EE381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бухгалтера </a:t>
            </a:r>
          </a:p>
        </p:txBody>
      </p:sp>
    </p:spTree>
    <p:extLst>
      <p:ext uri="{BB962C8B-B14F-4D97-AF65-F5344CB8AC3E}">
        <p14:creationId xmlns:p14="http://schemas.microsoft.com/office/powerpoint/2010/main" val="3466482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CD2E987-58A2-42AF-80DE-1DF66DA2760B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CB150A-765F-4928-B05F-9B931F0894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08" y="896095"/>
            <a:ext cx="2579977" cy="5733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7B7E8A-E7F7-41A6-9882-A61EB068A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457" y="891405"/>
            <a:ext cx="2579977" cy="57332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05AF11-0530-4586-B5DE-AD82FB689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646" y="896093"/>
            <a:ext cx="2667087" cy="59268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72CC180-30B0-46EB-B225-4B8AD6D684FF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 </a:t>
            </a:r>
          </a:p>
        </p:txBody>
      </p:sp>
    </p:spTree>
    <p:extLst>
      <p:ext uri="{BB962C8B-B14F-4D97-AF65-F5344CB8AC3E}">
        <p14:creationId xmlns:p14="http://schemas.microsoft.com/office/powerpoint/2010/main" val="1236322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DFBE3E-E5C0-49CF-BDF7-2383E9143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32" y="891405"/>
            <a:ext cx="2579976" cy="57332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F97DE0-63DE-4C39-AA00-25C0F6162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663" y="891406"/>
            <a:ext cx="2579976" cy="5733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B82285-0C61-4314-915F-947B8C651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201" y="891405"/>
            <a:ext cx="2579976" cy="5733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A067161-AF47-4E2A-BA59-A552A788D779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 </a:t>
            </a:r>
          </a:p>
        </p:txBody>
      </p:sp>
    </p:spTree>
    <p:extLst>
      <p:ext uri="{BB962C8B-B14F-4D97-AF65-F5344CB8AC3E}">
        <p14:creationId xmlns:p14="http://schemas.microsoft.com/office/powerpoint/2010/main" val="2781515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642C3E-5DF7-437F-816F-18545BF49487}"/>
              </a:ext>
            </a:extLst>
          </p:cNvPr>
          <p:cNvSpPr txBox="1"/>
          <p:nvPr/>
        </p:nvSpPr>
        <p:spPr>
          <a:xfrm>
            <a:off x="826066" y="2243648"/>
            <a:ext cx="4526984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Проведено тестирование: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Интеграционное тестирование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Нагрузочное тестирование</a:t>
            </a:r>
          </a:p>
          <a:p>
            <a:pPr marL="342900" indent="-3429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Тестирование интерфейса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11D80A-54BA-42AA-AAF3-1047C0EC69EA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6A6F09-A93D-4432-8327-028CBCB2BF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811" b="10398"/>
          <a:stretch/>
        </p:blipFill>
        <p:spPr bwMode="auto">
          <a:xfrm>
            <a:off x="5832051" y="125807"/>
            <a:ext cx="4350174" cy="6606385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6F42D73-7F6C-4E5F-8C87-4EBA14D7A6F5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 </a:t>
            </a:r>
          </a:p>
        </p:txBody>
      </p:sp>
    </p:spTree>
    <p:extLst>
      <p:ext uri="{BB962C8B-B14F-4D97-AF65-F5344CB8AC3E}">
        <p14:creationId xmlns:p14="http://schemas.microsoft.com/office/powerpoint/2010/main" val="688327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58137-95D2-4C39-87A0-43256ED29654}"/>
              </a:ext>
            </a:extLst>
          </p:cNvPr>
          <p:cNvSpPr txBox="1">
            <a:spLocks/>
          </p:cNvSpPr>
          <p:nvPr/>
        </p:nvSpPr>
        <p:spPr>
          <a:xfrm>
            <a:off x="902266" y="695326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714E11-1B57-4732-8406-AB2237D25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571" y="1187702"/>
            <a:ext cx="7155255" cy="4369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1F2E20-7C84-431F-8788-EF70A5470DFA}"/>
              </a:ext>
            </a:extLst>
          </p:cNvPr>
          <p:cNvSpPr txBox="1"/>
          <p:nvPr/>
        </p:nvSpPr>
        <p:spPr>
          <a:xfrm>
            <a:off x="542286" y="1612903"/>
            <a:ext cx="4163063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Руководство оператора для мобильного приложения.</a:t>
            </a:r>
          </a:p>
          <a:p>
            <a:pPr marL="457200" indent="-4572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Руководство программиста для API.</a:t>
            </a:r>
          </a:p>
          <a:p>
            <a:pPr marL="457200" indent="-457200" algn="just">
              <a:lnSpc>
                <a:spcPct val="90000"/>
              </a:lnSpc>
              <a:spcBef>
                <a:spcPct val="0"/>
              </a:spcBef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Справка о программе с описанием функций в мобильном приложение.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2995591-D984-45ED-B971-31D9B46A7D8E}"/>
              </a:ext>
            </a:extLst>
          </p:cNvPr>
          <p:cNvSpPr txBox="1">
            <a:spLocks/>
          </p:cNvSpPr>
          <p:nvPr/>
        </p:nvSpPr>
        <p:spPr>
          <a:xfrm>
            <a:off x="584632" y="233314"/>
            <a:ext cx="75559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 </a:t>
            </a:r>
          </a:p>
        </p:txBody>
      </p:sp>
    </p:spTree>
    <p:extLst>
      <p:ext uri="{BB962C8B-B14F-4D97-AF65-F5344CB8AC3E}">
        <p14:creationId xmlns:p14="http://schemas.microsoft.com/office/powerpoint/2010/main" val="42742619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134</Words>
  <Application>Microsoft Office PowerPoint</Application>
  <PresentationFormat>Широкоэкранный</PresentationFormat>
  <Paragraphs>42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Отчет по учебной практике ПМ.01 Разработка модулей программного обеспечения для компьютерных систем</vt:lpstr>
      <vt:lpstr>Диаграмма вариантов использования</vt:lpstr>
      <vt:lpstr>Диаграмма деятельности</vt:lpstr>
      <vt:lpstr>Диаграмма последовательности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Наташа Коротких</dc:creator>
  <cp:lastModifiedBy>Наташа Коротких</cp:lastModifiedBy>
  <cp:revision>36</cp:revision>
  <dcterms:created xsi:type="dcterms:W3CDTF">2025-03-15T07:35:09Z</dcterms:created>
  <dcterms:modified xsi:type="dcterms:W3CDTF">2025-03-18T19:23:50Z</dcterms:modified>
</cp:coreProperties>
</file>